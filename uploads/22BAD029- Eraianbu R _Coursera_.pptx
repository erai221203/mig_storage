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66" r:id="rId5"/>
    <p:sldId id="259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92" d="100"/>
          <a:sy n="92" d="100"/>
        </p:scale>
        <p:origin x="859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tableStyles" Target="tableStyle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theme" Target="theme/theme1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viewProps" Target="viewProps.xml" /><Relationship Id="rId5" Type="http://schemas.openxmlformats.org/officeDocument/2006/relationships/slide" Target="slides/slide1.xml" /><Relationship Id="rId10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F6D76-564D-44E3-8FF1-340E11620CC5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684F4-65BE-4458-A009-14AB61E8D8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76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886112-0F96-3892-0498-9FD970A7D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EB9AA-A327-C785-D071-A7CECB4E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233" y="6356350"/>
            <a:ext cx="1290851" cy="365125"/>
          </a:xfrm>
        </p:spPr>
        <p:txBody>
          <a:bodyPr/>
          <a:lstStyle/>
          <a:p>
            <a:fld id="{CBD6940D-3C9F-4D46-8911-4D26D800F40B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E5F2D-5B9A-5BFF-77FA-C4909258A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0012" y="9167932"/>
            <a:ext cx="4114800" cy="229275"/>
          </a:xfrm>
        </p:spPr>
        <p:txBody>
          <a:bodyPr/>
          <a:lstStyle/>
          <a:p>
            <a:r>
              <a:rPr lang="en-GB"/>
              <a:t>Project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7DCBA-007B-110B-03E4-B245BB3C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2298" y="6356350"/>
            <a:ext cx="981501" cy="365125"/>
          </a:xfrm>
        </p:spPr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F2510D29-BE40-8363-FC4D-719FFA87BA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978" y="5411545"/>
            <a:ext cx="3808426" cy="144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90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5B85-FEE8-C0B4-B967-9090BBA9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87388" y="-209391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77206-3E2B-4823-E16D-E9B512E71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90E7C-3AE3-0B4A-4B47-6F4233D8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A7482-0FA0-4ACC-9F0E-F681B72388BA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E79A2-332D-333E-FFDC-716D7113F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E3BAB-ADA0-9B87-DADC-8B11F7BF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E2A51375-EF86-FA8F-D66D-1D187B714C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057" y="5909528"/>
            <a:ext cx="3871343" cy="9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92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58F9-0A8D-BE34-6931-192CE21B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BE261-D9A3-978D-99E3-967BE0B3C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DE19B-89C3-0379-82A0-888F52DC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E228-DAB8-41AE-88CF-615694F66736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78387-5B84-CE8A-B81E-F88EEE2C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B34F-9FB8-CFAF-6B7E-808B15D3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32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6254-931C-B769-CA40-6F1BA9DD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E7B32-EAC3-FF81-01A9-CD040CEEB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B6A08-9945-856D-6745-1C8B08485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90ABE-B074-C0E9-8AAB-1E856A8A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AEE5-0A3F-4FA8-A850-1391F40FEC9B}" type="datetime1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0DA18-5FBF-CC3D-C96B-5C2E5042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7C00E-272E-6884-C638-58C0360B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84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3C32-A4F8-10ED-6E6A-A5BB2BC1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EC711-689D-524F-36EA-0DE19C50C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812C4-B2A2-9357-9875-987B439F1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C0A2E3-51A2-44E8-A63A-E0AC8E910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A2FEE-90D7-909A-FEE2-090C83321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BB239-238D-2D56-FEC5-E883D9722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DC981-54F6-49A9-B671-8813A0F1282D}" type="datetime1">
              <a:rPr lang="en-GB" smtClean="0"/>
              <a:t>26/04/2026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A8679-B154-6FC2-FF09-3A7A4B59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83D1B-B68E-41A1-CE66-5D9B5226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23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589B-73B7-AF60-BFC7-E866360E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EBA7B-7283-4468-ED37-27995776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FB3D8-0B0C-48F5-96A7-90DC07D7F402}" type="datetime1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CF886-1CE1-F2CF-ADE8-E370D5EF0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38503-E84C-9F60-0CDF-4408A34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93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A013B-3345-EDF8-2EE2-F2AA1F96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4694-D9D6-4228-8F53-77DC1C4B512D}" type="datetime1">
              <a:rPr lang="en-GB" smtClean="0"/>
              <a:t>26/04/2026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4AD43-F88D-BC11-16C6-7BAEFD64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41910-150A-C0B5-5221-C0EE5F92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88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8590-FB4D-0A69-B405-5D158185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D1D2-654F-5DB4-D0B6-B3DAACDB8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A97D4-FC3B-318C-30B4-90B1630BE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FA3BF-2E25-0535-1FB7-478CCDEC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46D-0213-4038-920E-779BDBF63482}" type="datetime1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071A2-6D17-C18E-3252-15281926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DDD57-6464-612C-67DA-33350215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716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C739-448E-378E-B741-38CC5AF6E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C1394-826F-F57E-10C3-3ADA26B25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2B5A6-2ACB-7EAB-7EB0-D6771EFC9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B9A63-77DD-C896-E04B-EE5E14D91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372C-505B-469E-A7DC-C0CC2EB43E2D}" type="datetime1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C9C9F-7D9E-6D51-13D0-89BEBE2B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D80D0-A5A8-47A6-6CD2-81ECE38B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784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363D-B4AC-5592-9947-A6AA0CD6E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3BB46-9484-5896-7A1A-F46F6E341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C9625-44EC-365B-2B9B-C5E052585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51DB-B514-4A9C-B465-D7BBFEC77155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8E180-DB30-7E56-63DE-056EA2EBF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C9077-B43E-0F43-EDE2-528A58A0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4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C96098-CD8A-6326-15E1-0B2F864EE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45570-CB1E-2B0E-5E73-A2C5E6988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4E8F9-7A56-2BEE-F403-9CC840B45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15BA-9947-4D2B-86AE-F48A87C4C572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5E1F0-623C-6445-3A5C-2DC84739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30A1-4301-E46E-C542-078530C6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1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F13F23-81ED-3BB4-C887-366703D0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D252D-5722-6821-74CB-4E3CA45D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A0227-A053-BB11-F00D-38F913A05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C770F-AB3C-497F-9809-EA73C33463B8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34D88-46AD-4D5B-07BF-812CC15FD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8B06C-A2F5-C464-38CD-A51262ED5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62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programs/u18air8102-advanced-technology-certification-ii-nrz41/professional-certificates/meta-database-engineer" TargetMode="External" /><Relationship Id="rId2" Type="http://schemas.openxmlformats.org/officeDocument/2006/relationships/hyperlink" Target="https://www.coursera.org/learn/foundations-of-cybersecurity/home/module/1" TargetMode="Externa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7A27-A92D-6BD8-CD95-84D87287C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28" y="-227474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Eraianbu R, 22BAD029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28CE-0AAC-8018-EE56-0BA804B99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11262852" cy="49244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Data Science</a:t>
            </a:r>
          </a:p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U18AIR7102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TECHNOLOGY CERTIFICATION I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 Name, Offered By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 Database Engineer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DOM-Based UI and API Feed Validation: A Framework for Verifying Data Synchronization 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AF4D8-B866-6F67-0355-8D0403EF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CACC-C818-4E02-9ECE-C31ABD83BEC7}" type="datetime1">
              <a:rPr lang="en-GB" smtClean="0"/>
              <a:t>26/04/2026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A7127-BE7F-7476-C081-0FD7865C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551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AC817-445C-60BC-5606-0CFC8E275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219200"/>
            <a:ext cx="11071123" cy="49577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 Covered: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/>
              <a:t>Introduction to Databases (27 hrs)</a:t>
            </a:r>
          </a:p>
          <a:p>
            <a:r>
              <a:rPr lang="en-IN" sz="2400" dirty="0"/>
              <a:t>Version Control (15 hrs)</a:t>
            </a:r>
          </a:p>
          <a:p>
            <a:r>
              <a:rPr lang="en-IN" sz="2400" dirty="0"/>
              <a:t>Database Structures and Management with MySQL (32 hrs)</a:t>
            </a:r>
          </a:p>
          <a:p>
            <a:r>
              <a:rPr lang="en-IN" sz="2400" dirty="0"/>
              <a:t>Advanced MySQL Topics (18 hrs)</a:t>
            </a:r>
          </a:p>
          <a:p>
            <a:r>
              <a:rPr lang="en-IN" sz="2400" dirty="0"/>
              <a:t>Programming in Python (45 hrs)</a:t>
            </a:r>
          </a:p>
          <a:p>
            <a:r>
              <a:rPr lang="en-IN" sz="2400" dirty="0"/>
              <a:t>Database Clients (40 hrs)</a:t>
            </a:r>
          </a:p>
          <a:p>
            <a:r>
              <a:rPr lang="en-IN" sz="2400" dirty="0"/>
              <a:t>Advanced Data </a:t>
            </a:r>
            <a:r>
              <a:rPr lang="en-IN" sz="2400" dirty="0" err="1"/>
              <a:t>Modeling</a:t>
            </a:r>
            <a:r>
              <a:rPr lang="en-IN" sz="2400" dirty="0"/>
              <a:t> (19 hrs)</a:t>
            </a:r>
          </a:p>
          <a:p>
            <a:r>
              <a:rPr lang="en-IN" sz="2400" dirty="0"/>
              <a:t>Database Engineer Capstone (18 hrs)</a:t>
            </a:r>
          </a:p>
          <a:p>
            <a:r>
              <a:rPr lang="en-IN" sz="2400" dirty="0"/>
              <a:t>Coding Interview Preparation (11 hrs)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/>
              <a:t>This professional program provides end-to-end data analytics expertise—from data collection and preprocessing to visualization and storytelling. It blends technical, statistical, and communication skills to prepare learners for data-driven decision-making and business insights.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1ABCE-4DF4-8B1E-4E59-E29A66FC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74425-2C69-4C43-86DB-8D50EF156A64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CA7CC-CF01-7778-C63D-A1E96CDA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7350-C317-88DC-246F-C9EE1DD2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2</a:t>
            </a:fld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9E2496-76F7-930B-754E-423F33C20599}"/>
              </a:ext>
            </a:extLst>
          </p:cNvPr>
          <p:cNvSpPr txBox="1">
            <a:spLocks/>
          </p:cNvSpPr>
          <p:nvPr/>
        </p:nvSpPr>
        <p:spPr>
          <a:xfrm>
            <a:off x="360139" y="-106363"/>
            <a:ext cx="109936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Technology Certification Details</a:t>
            </a:r>
          </a:p>
        </p:txBody>
      </p:sp>
    </p:spTree>
    <p:extLst>
      <p:ext uri="{BB962C8B-B14F-4D97-AF65-F5344CB8AC3E}">
        <p14:creationId xmlns:p14="http://schemas.microsoft.com/office/powerpoint/2010/main" val="193651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30BFE-D44B-B454-28F2-95FAAD5CF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45" y="1032387"/>
            <a:ext cx="5670755" cy="478103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Overview: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extracts insights from raw data through collection, cleaning, analysis, and visualization. It connects technology with data-driven decision-making.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Ecosystem, Big Data (5Vs), ETL, Descriptive &amp; Inferential Statistics, Hypothesis Testing, Regression, Visualization Principles.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&amp; Skills: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(Python, Pandas), statistical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SQL queries, API/JSON handling, Tableau dashboards, and storytelling with data.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DA365-01CD-D1C8-61F2-FF0D54B5E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A7482-0FA0-4ACC-9F0E-F681B72388BA}" type="datetime1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1755F-C1F8-61D3-0879-12F98458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67CF8-187B-D2DA-94FD-6257FC7E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3</a:t>
            </a:fld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A1B634-D423-63BD-8673-1060DFCC9262}"/>
              </a:ext>
            </a:extLst>
          </p:cNvPr>
          <p:cNvSpPr txBox="1">
            <a:spLocks/>
          </p:cNvSpPr>
          <p:nvPr/>
        </p:nvSpPr>
        <p:spPr>
          <a:xfrm>
            <a:off x="318044" y="136525"/>
            <a:ext cx="10515600" cy="758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1ADE49-9A13-1E78-5A73-F14A946ABC05}"/>
              </a:ext>
            </a:extLst>
          </p:cNvPr>
          <p:cNvSpPr txBox="1"/>
          <p:nvPr/>
        </p:nvSpPr>
        <p:spPr>
          <a:xfrm>
            <a:off x="6546441" y="1032387"/>
            <a:ext cx="54366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SQL, NumPy, Pandas, Matplotlib, Tableau.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Project: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certification enabled me to apply core data analytics concepts—data collection, statistical validation, and preprocessing—to biomedical datasets. Skills in Python and SQL support efficient MRI/EEG data handling, feature extraction, and model training for AI-driven ASD diagnosis.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440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E3F33-6003-04B1-F878-243151585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9640"/>
            <a:ext cx="10515600" cy="2753032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https://www.coursera.org/learn/foundations-of-cybersecurity/home/module/1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https://www.coursera.org/programs/u18air8102-advanced-technology-certification-ii-nrz41/professional-certificates/meta-database-engineer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B89E4-A318-7D07-AC1C-BD3908D17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A7482-0FA0-4ACC-9F0E-F681B72388BA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26/04/2026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24512-FF19-94BD-0A02-8516891AE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293D1E-A6E2-40BF-A6D2-325275A3A8B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EA38EDB-FB3B-45B0-8775-0675A36A2A7C}"/>
              </a:ext>
            </a:extLst>
          </p:cNvPr>
          <p:cNvSpPr txBox="1">
            <a:spLocks/>
          </p:cNvSpPr>
          <p:nvPr/>
        </p:nvSpPr>
        <p:spPr>
          <a:xfrm>
            <a:off x="721167" y="2494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07584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7f370f-1dd3-4154-ba02-483414558b8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8AAEF4738CEC41B764599DEBE58FDB" ma:contentTypeVersion="12" ma:contentTypeDescription="Create a new document." ma:contentTypeScope="" ma:versionID="4dfd8bbf0b2749754ea82f6a26053794">
  <xsd:schema xmlns:xsd="http://www.w3.org/2001/XMLSchema" xmlns:xs="http://www.w3.org/2001/XMLSchema" xmlns:p="http://schemas.microsoft.com/office/2006/metadata/properties" xmlns:ns2="047f370f-1dd3-4154-ba02-483414558b89" xmlns:ns3="8341c729-4ec6-4fa5-8bf7-eaba9ef959d8" targetNamespace="http://schemas.microsoft.com/office/2006/metadata/properties" ma:root="true" ma:fieldsID="7fda8d01fe51e42f2dc58ccfb9ac85b4" ns2:_="" ns3:_="">
    <xsd:import namespace="047f370f-1dd3-4154-ba02-483414558b89"/>
    <xsd:import namespace="8341c729-4ec6-4fa5-8bf7-eaba9ef959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7f370f-1dd3-4154-ba02-483414558b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1c729-4ec6-4fa5-8bf7-eaba9ef959d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FC9C11-D5D9-4425-A865-2B73309148E1}">
  <ds:schemaRefs>
    <ds:schemaRef ds:uri="http://schemas.microsoft.com/office/2006/metadata/properties"/>
    <ds:schemaRef ds:uri="http://www.w3.org/2000/xmlns/"/>
    <ds:schemaRef ds:uri="047f370f-1dd3-4154-ba02-483414558b89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A85966F-02CA-49E1-A757-980CADCE1A9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047f370f-1dd3-4154-ba02-483414558b89"/>
    <ds:schemaRef ds:uri="8341c729-4ec6-4fa5-8bf7-eaba9ef959d8"/>
  </ds:schemaRefs>
</ds:datastoreItem>
</file>

<file path=customXml/itemProps3.xml><?xml version="1.0" encoding="utf-8"?>
<ds:datastoreItem xmlns:ds="http://schemas.openxmlformats.org/officeDocument/2006/customXml" ds:itemID="{BC2516CD-D0BD-4DF4-8D5F-8514FAB54B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358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Eraianbu R, 22BAD029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Dhaksana N, 22BAD020</dc:title>
  <dc:creator>SATHYAVATHI S</dc:creator>
  <cp:lastModifiedBy>Eraianbu Rajkumar</cp:lastModifiedBy>
  <cp:revision>20</cp:revision>
  <dcterms:created xsi:type="dcterms:W3CDTF">2025-07-29T15:54:35Z</dcterms:created>
  <dcterms:modified xsi:type="dcterms:W3CDTF">2026-04-26T15:38:25Z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0x010100808AAEF4738CEC41B764599DEBE58FDB</vt:lpwstr>
  </property>
</Properties>
</file>